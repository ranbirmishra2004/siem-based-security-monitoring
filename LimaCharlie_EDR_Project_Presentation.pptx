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single-endpoint mini SOC built around LimaCharlie EDR.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CYBERSECURITY · SOC ANALYST LABORATORY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Windows EDR Threat Detection &amp; Incident Response Using LimaCharlie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D6"/>
                </a:solidFill>
              </a:rPr>
              <a:t>Mini SOC for Windows endpoint monitoring, detection engineering, threat investigation, MITRE ATT&amp;CK mapping and incident response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Presented by: Ranbir Mishra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MCA · Dr. Hari Singh Gour University, Dept. of Computer Science and Applications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Report date: 2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4416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188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Background, problem &amp;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4416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188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Technologies &amp; lab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28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Endpoint baseline &amp; sensor deployment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1284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006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Telemetry &amp; detection engineering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08152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926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Four incident scenarios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08152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0060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926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Investigation workflow &amp; MITRE ATT&amp;CK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436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794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Incident response &amp; false-positive tuning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95020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0060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794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Verified results, limitations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endpoint visibility matters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Background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SOCs need to see what a process is doing, not just whether a file is known-bad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AV: signature check at write/execution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EDR: continuous telemetry (process, command line, network, user) + detection rules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mimics core SOC functions at single-endpoint scale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Problem Statement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gap on an endpoint without behavior-based monitoring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 Windows VM with LimaCharlie and design detections for 4 behavior categories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daily junior-analyst workflow: telemetry → detect → investigate → map → respond → report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distinguishes verified facts from planned scenarios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Objectives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Windows VM using an EDR sensor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process, network, user, file and event telemetry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activity with custom rules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using process trees, command lines, users, network context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behavior to MITRE ATT&amp;CK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controlled, safe response actions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evidence-driven incident report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Scope &amp; Safety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10/11 VM, one LimaCharlie org/sensor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benign scenarios: PowerShell, process chain, scheduled task, network activity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detection rules + investigation + reporting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malware, credential theft, ransomware, destructive payloads, real persistence, malicious targets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detection-and-response lab only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Concepts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the lab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EDR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endpoint telemetry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 + response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over signatures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2527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LimaCharlie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9164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SecOps platform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sensor + web console/API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D&amp;R rules for custom detections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1965960" cy="34747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2527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MITRE ATT&amp;CK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691640"/>
            <a:ext cx="1600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knowledge base of adversary techniques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IDs, e.g. T1059.001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vocabulary for reporting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143000"/>
            <a:ext cx="2057400" cy="34747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2527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IR Lifecycle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1691640"/>
            <a:ext cx="1691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Preparation, Detection, Analysis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Containment, Eradication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Lessons Learned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NIST SP 800-61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 &amp; Data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endpoint activity to final report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14246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51424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Windows VM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71446" y="11887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36038" y="1188720"/>
            <a:ext cx="1514246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36038" y="1188720"/>
            <a:ext cx="151424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LimaCharlie Sensor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0285" y="11887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4877" y="1188720"/>
            <a:ext cx="1514246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14877" y="1188720"/>
            <a:ext cx="151424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Telemetry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329123" y="11887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3715" y="1188720"/>
            <a:ext cx="1514246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93715" y="1188720"/>
            <a:ext cx="151424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Detection Engine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07962" y="118872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72554" y="1188720"/>
            <a:ext cx="1514246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2554" y="1188720"/>
            <a:ext cx="151424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Alert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43000" y="2148840"/>
            <a:ext cx="1591056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2148840"/>
            <a:ext cx="15910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Investigation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734056" y="214884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98648" y="2148840"/>
            <a:ext cx="1591056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98648" y="2148840"/>
            <a:ext cx="15910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MITRE ATT&amp;CK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89704" y="214884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54296" y="2148840"/>
            <a:ext cx="1591056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54296" y="2148840"/>
            <a:ext cx="15910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Incident Response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245352" y="214884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9944" y="2148840"/>
            <a:ext cx="1591056" cy="685800"/>
          </a:xfrm>
          <a:prstGeom prst="roundRect">
            <a:avLst>
              <a:gd name="adj" fmla="val 10667"/>
            </a:avLst>
          </a:prstGeom>
          <a:solidFill>
            <a:srgbClr val="14B8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9944" y="2148840"/>
            <a:ext cx="159105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 &amp; Report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24612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Telemetry Sources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PowerShell activity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tasks, network connections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31089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24612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3776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Investigation Pivots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tree, command line, user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activity, files, timeline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 &amp; Requirements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and the monitored endpoint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/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/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GB+ / 2 cores+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+ sensor +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GB+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sensor,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Sensor-to-cloud (HTTPS)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Administrator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sensor, run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14300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3212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0" y="1252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Software Components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6916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LimaCharlie sensor (EDR)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(test activity, baselining)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Viewer (cross-check)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Security / Defender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for console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(optional extra telemetry)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Endpoint Baseline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 reference captured before sensor install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DESKTOP-ELG9A9P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ranbir (DESKTOP-ELG9A9P\ranbir)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Pro, version 2009, 64-bit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192.168.0.183 (Ethernet0), GW 192.168.0.1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13th Gen Intel Core i5-13420H; 2 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C: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~32.2 GB free of ~63.7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5.1.19041.6456 (Desktop)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4300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035040" y="12527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12 Baseline Checks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hostname, user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version, CPU/RAM, storage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config, internet test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version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Viewer, Defender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privilege check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total not captured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LimaCharlie EDR Deployment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account to online sensor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Account / Org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88720"/>
            <a:ext cx="164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56232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56232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Installation Key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1188720"/>
            <a:ext cx="164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55264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55264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Download Installer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1188720"/>
            <a:ext cx="164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54296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Install as Admin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88736" y="1188720"/>
            <a:ext cx="164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53328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53328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Service Running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287768" y="1188720"/>
            <a:ext cx="164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52360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Sensor Online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33172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2304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How it works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7432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= isolated tenant for lab telemetry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runs as Windows service, auto-starts on boot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only; no inbound rule needed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Admin/SYSTEM to collect process and network events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19456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33172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37760" y="2304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Verification &amp; Troubleshooting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7432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Get-Service filtered on LimaCharlie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 endpoint listed, Online, hostname matches baseline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Offline? check service, HTTPS 443, firewall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org? reinstall with correct key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Endpoint Telemetry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 for detection and investigation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What the sensor reports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Processes: name, PID, start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 relationships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 lines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context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destination, port, protocol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events and timestamps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identity (hostname, sensor ID)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Verification Checklist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Process-creation event appears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 correctly identified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readable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attributed correctly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consistent with wall clock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data? check sensor online, correct sensor, time-range filter, activity actually run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Detection Engineering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telemetry to actionable alerts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Concepts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= raw activity; detection = logic layer on top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= condition matched on events, producing an alert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syntax must be verified against live LimaCharlie D&amp;R docs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by narrowing conditions, not disabling rules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rules designed, each with objective, logic, test, FP notes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54880" y="3063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Escalation: PowerShell → MEDIUM; PowerShell + unusual network connection → HIGH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</a:rPr>
              <a:t>Project-specific model, not LimaCharlie's universal definitions.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1 &amp; 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execution and cmd.exe → PowerShell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D1 · PowerShell Execution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NEW_PROCESS path ends with powershell.exe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lab-powershell-execution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powershell.exe -NoProfile -Command "Get-Process"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· T1059.001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admin scripts, installers, automation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Tune: exclude signed known paths; add context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D2 · cmd.exe Spawns PowerShell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powershell.exe AND parent cmd.exe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lab-cmd-spawns-powershell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run same command from open cmd window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→ HIGH with suspicious content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 + T1059.003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batch files, IT tools. Baseline and exclude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3 &amp; 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Scheduled-task persistence and process-to-network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D3 · Scheduled Task Creation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schtasks.exe with /create in command 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lab-scheduled-task-creation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task LimaCharlieLabTest, echo only, once at 23:59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· T1053.005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installers, IT tools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Tune: exclude known tasks; flag odd triggers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D4 · Process-to-Network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network connection by powershell.exe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lab-powershell-network-activity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Test-NetConnection / nslookup on example.com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LOW/MEDIUM for benign destination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ATT&amp;CK mapping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Tune: destination reputation, frequency, beaconing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1 &amp; 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execution and suspicious process chain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Incident 1 · PowerShell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powershell.exe -NoProfile -Command "Get-Process" (benign)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→ PowerShell → telemetry → detect → alert → investigate → map → respond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process, parent, command line, user, PID, timestamp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Incident 2 · Process Chain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explorer.exe → cmd.exe → powershell.exe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Ancestry is often the strongest signal separating interactive from scripted use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PID, command line, timestamp for each process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 + T1059.003; no extra techniques added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3 &amp; 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and suspicious network activity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Incident 3 · Scheduled Task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schtasks /create /tn "LimaCharlieLabTest" /tr "cmd.exe /c echo LabTest" /sc once /st 23:59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confirmed status Ready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schtasks /delete /tn "LimaCharlieLabTest" /f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Re-query: task not found · T1053.005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Incident 4 · Network Activity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Test-NetConnection example.com -Port 443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TcpTestSucceeded = True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IANA documentation domain, not labelled malicious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show process-to-network correlation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ATT&amp;CK technique forced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Workflow &amp; Evidence Standard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steps for every alert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 Identify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88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56232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56232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 Validate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1188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55264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55264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 Investigate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1188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54296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 Map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88736" y="1188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53328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53328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 Respond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287768" y="118872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52360" y="1188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6 Document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24028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2212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Evidence Table (per incident)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6517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ID, hostname, user, timestamp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parent, child, PID, command 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connection, rule, alert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technique, severity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action and verification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24028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37760" y="2212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Documentation Rules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26517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7-row timeline per incident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real, observed timestamps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values: "Not captured in supplied evidence"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missing evidence from a negative result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mapped only where evidence supports 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10058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Scripting Interpreter: PowerShell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T1059.001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cmd.exe spawning PowerShell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Scripting Interpreter: Windows Command Shell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T1059.003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 creation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Task/Job: Scheduled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T1053.005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test connection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forced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3"/>
                </a:solidFill>
              </a:rPr>
              <a:t>A mapping describes the behavior category. It does not establish malicious intent or successful detection.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False-Positive Tuning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Proportionate, controlled response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Preparation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491778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56370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56370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Detection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90949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55541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55541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Analysis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890119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54711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54711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Containment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89289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53881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3881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Eradication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88459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53051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3051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Recovery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487630" y="1188720"/>
            <a:ext cx="164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52222" y="1188720"/>
            <a:ext cx="1034578" cy="594360"/>
          </a:xfrm>
          <a:prstGeom prst="roundRect">
            <a:avLst>
              <a:gd name="adj" fmla="val 12308"/>
            </a:avLst>
          </a:prstGeom>
          <a:solidFill>
            <a:srgbClr val="0B1F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52222" y="1188720"/>
            <a:ext cx="1034578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Lessons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05740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19456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21671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Applied in the Lab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Contain: stop controlled test process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Eradicate: delete LimaCharlieLabTest task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Recover: confirm endpoint normal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document and improve rules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194560"/>
            <a:ext cx="731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37760" y="21671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False Positives &amp; Tuning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admin scripts, installers, IT automation, legitimate tasks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by narrowing: exclude signed paths, require corroboration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disable the rule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actually establishes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command activity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not validated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tree or alert supplied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demonstrated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created, Ready, deleted, then 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verified; detection not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 TCP/443 succeeded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verified; correlation not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3383280"/>
            <a:ext cx="73152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3355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Confirmed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Pro baseline; sensor online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configuration visible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3383280"/>
            <a:ext cx="73152" cy="2743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3355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Not Established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shows 0 of 13 rules tested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custom-rule alert or false-positive test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&amp; Future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2304D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Achievements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enrollment and baseline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design for 4 behaviors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task create/cleanup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Evidence-honest reporting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2304D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endpoint, single analyst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not yet validated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syntax needs live check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2304D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4630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Multi-endpoint correlation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Sysmon telemetry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ATT&amp;CK categories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reports and dashboard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</a:rPr>
              <a:t>Skills: EDR operation · detection engineering · threat investigation · MITRE ATT&amp;CK · incident response · documentation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step: re-run each scenario and capture the alert, investigation and response evidence.   Thank you ·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EDR with LimaCharlie</dc:title>
  <dc:subject>PptxGenJS Presentation</dc:subject>
  <dc:creator>PptxGenJS</dc:creator>
  <cp:lastModifiedBy>PptxGenJS</cp:lastModifiedBy>
  <cp:revision>1</cp:revision>
  <dcterms:created xsi:type="dcterms:W3CDTF">2026-10-05T02:40:55Z</dcterms:created>
  <dcterms:modified xsi:type="dcterms:W3CDTF">2026-10-05T02:40:55Z</dcterms:modified>
</cp:coreProperties>
</file>